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58" r:id="rId8"/>
    <p:sldId id="259" r:id="rId9"/>
    <p:sldId id="260" r:id="rId10"/>
    <p:sldId id="271" r:id="rId11"/>
    <p:sldId id="272" r:id="rId12"/>
    <p:sldId id="268" r:id="rId13"/>
    <p:sldId id="267" r:id="rId14"/>
    <p:sldId id="261" r:id="rId15"/>
    <p:sldId id="273" r:id="rId16"/>
    <p:sldId id="274" r:id="rId17"/>
    <p:sldId id="269" r:id="rId18"/>
    <p:sldId id="270" r:id="rId19"/>
    <p:sldId id="26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58" d="100"/>
          <a:sy n="58" d="100"/>
        </p:scale>
        <p:origin x="72" y="2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7FFCF-8995-DCBF-33EF-406169194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145B7-583E-B899-E06D-323F03526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1AEF2-02C8-0175-3A5D-39B3328AD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E31F-65C2-4ED6-88DA-3ED51507175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26940-064E-AB29-63FF-27616463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CBD4A-32FD-E3EE-8FCA-BB64DBB70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80D0-B5B9-46C8-8879-7C2C6884A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689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F6A0B-2F56-2A71-9C3A-934AD618A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C1B38-F36E-60A9-72BF-4A4EF2E39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C844F-174B-4068-FFEF-9BC0D87F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E31F-65C2-4ED6-88DA-3ED51507175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46EFF-DCB5-CC7E-0403-5142807BE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19495-E2C2-2D0D-E4BF-D3368EC73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80D0-B5B9-46C8-8879-7C2C6884A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58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551DD-3396-C871-3DBC-EE3B3AE59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D6B46-B656-2D5D-45EE-23A6CAB7F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20C09-F11A-32EE-8870-9E3C03CDB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E31F-65C2-4ED6-88DA-3ED51507175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A31E7-37CB-1A3D-C1DB-61D4D7AC2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B5D47-0E2C-9F7B-6FD5-975C6C15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80D0-B5B9-46C8-8879-7C2C6884A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722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8F683-3B2C-859A-ABB5-6B779C9AD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508D0-EC23-8A9C-B5F7-76C15CFE5E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3E070F-92DD-3674-0918-8CC1D176D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374501-9B30-CD00-4E78-2703E5910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E31F-65C2-4ED6-88DA-3ED51507175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EF5A5-3785-49E0-9FD4-71CD0439E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ADD92-6DC7-1305-369C-1FAFD9980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80D0-B5B9-46C8-8879-7C2C6884A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605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B6CDC-3634-745D-6E36-7377216E2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423AF-407D-FDC1-82FC-36FB7B77C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239827-C321-4D3E-0E07-69139C407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833AE4-67CA-B06F-02F2-9D293EC7F2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DCD85A-3E6F-CB9E-9B3E-E55F2B5B4D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6E9B00-F7D2-7099-4534-273C05502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E31F-65C2-4ED6-88DA-3ED51507175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D4AE20-9731-24BD-70F4-494BC3B32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CF670E-BA64-0B14-02C5-741755DB3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80D0-B5B9-46C8-8879-7C2C6884A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824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ACA55-EDF6-024D-981D-60FC685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6CEF24-BCB7-F447-1D99-5C7DF8821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E31F-65C2-4ED6-88DA-3ED51507175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DD433B-1FDC-007C-8BA1-0ACC9A890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3756F9-042E-DA07-5E09-67AFFECD7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80D0-B5B9-46C8-8879-7C2C6884A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32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6881B5-9FCD-FF8A-F7EB-16226C62B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E31F-65C2-4ED6-88DA-3ED51507175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57361C-0F77-EFAB-D80A-E66DDDFF7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2CBD6-C701-4272-DEC8-583FE2EFF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80D0-B5B9-46C8-8879-7C2C6884A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511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BBC09-6012-4C74-B369-BEB3D1BCB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DC1CD-403C-18DE-6B38-DD0979063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D98AA-2504-73C1-7ED0-2A8C18484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1360E4-8760-7E8C-D4E6-01940FDEC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E31F-65C2-4ED6-88DA-3ED51507175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3DEC4-2456-019A-990D-C6C43CC66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8F4F45-E2A4-C156-CFF4-2D15253CC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80D0-B5B9-46C8-8879-7C2C6884A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094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71590-F48A-6202-9CB2-1456E5CC4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4EBAB-743F-60FD-1D51-2D42036142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A93D1C-402B-97A0-8117-BA7B5E05E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954A7-B893-5DEB-CE76-45CC1F3B9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E31F-65C2-4ED6-88DA-3ED51507175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4C8B7C-8516-2D4E-A997-4B83F6543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7DFDB-188A-AC40-42DE-A669A0EB5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80D0-B5B9-46C8-8879-7C2C6884A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36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47873-347D-0F1D-162D-1434CF259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A823B-5A40-C87F-0C5C-6E742B009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2B963-58D2-82BD-7FE6-0D818E51B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E31F-65C2-4ED6-88DA-3ED51507175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4F5D9-4D73-2776-4648-A33BE9A46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4E5AB-A7F6-8EF8-9C19-B74F927C6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80D0-B5B9-46C8-8879-7C2C6884A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49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A83A73-AF6C-0613-6AB6-B01C54A0EA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6DC6F3-7F87-BDFE-9CAB-8DDD8684D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CB6B1-C78D-D97F-2664-3039B045D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E31F-65C2-4ED6-88DA-3ED51507175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C565E-6878-4DA9-24CA-3B4E1D58F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657A3-44F1-AEE6-858C-707A3766E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80D0-B5B9-46C8-8879-7C2C6884A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39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57A82A-7AF2-5352-66C5-CB5F2F271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D6301-7BF5-5AB9-17B7-78876B644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F85C2-4015-CE8C-3616-059D5C72D9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BFE31F-65C2-4ED6-88DA-3ED51507175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D03DF-F6E6-DE03-0C4E-4D2AC2A5E9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E6A7C-990A-F526-F4CE-B16DAF83CD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2D80D0-B5B9-46C8-8879-7C2C6884A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624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DE968-2D33-4EA6-8293-BE2C29EAC1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Brief Correspondence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47B585-7569-3F8D-52C8-217CD51715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Presenter: </a:t>
            </a:r>
            <a:r>
              <a:rPr lang="en-US" dirty="0" err="1"/>
              <a:t>Abhilekh</a:t>
            </a:r>
            <a:r>
              <a:rPr lang="en-US" dirty="0"/>
              <a:t> Subedi, Ayush Tuladhar, Krish Ghale</a:t>
            </a:r>
          </a:p>
          <a:p>
            <a:r>
              <a:rPr lang="en-US" dirty="0"/>
              <a:t>Subject: Technical Writing</a:t>
            </a:r>
          </a:p>
          <a:p>
            <a:r>
              <a:rPr lang="en-US" dirty="0"/>
              <a:t>BSc. CSIT VI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469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CBDC5-8445-6AF4-06BA-A8672C5BC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977E8-16B5-A7E4-31CA-D8B3F5F96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09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6BFB7-006B-2103-E7DA-CFB79D71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75AD9-9582-D1B0-9B4C-41FD6D534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Brief communication</a:t>
            </a:r>
          </a:p>
          <a:p>
            <a:r>
              <a:rPr lang="en-US" dirty="0"/>
              <a:t>Target specific reader / readers</a:t>
            </a:r>
          </a:p>
          <a:p>
            <a:r>
              <a:rPr lang="en-US" dirty="0"/>
              <a:t>Specific purpose</a:t>
            </a:r>
          </a:p>
          <a:p>
            <a:r>
              <a:rPr lang="en-US" dirty="0"/>
              <a:t>Standard format</a:t>
            </a:r>
          </a:p>
        </p:txBody>
      </p:sp>
    </p:spTree>
    <p:extLst>
      <p:ext uri="{BB962C8B-B14F-4D97-AF65-F5344CB8AC3E}">
        <p14:creationId xmlns:p14="http://schemas.microsoft.com/office/powerpoint/2010/main" val="2505088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DBC59-2B19-3C8D-BF73-384B466C5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Prewriting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79F2A-9184-96C5-BB30-4752702A1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256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B4A7C-61F6-DEE7-39C3-72D1B51F2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00545-5756-1231-AAA5-F8121D8EF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4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5BB5E-4D03-C9EA-C3C7-628AF9DCA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Composing the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518F8-292E-5DC7-ABA0-D300393B8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817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4FBBE-0F12-262A-3EF4-5AEF0D0D4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70185-4F9C-66E0-2D40-77C720B78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30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18D77-A6CF-BD0A-4B54-08A65D9A3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E-mails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A5CF7-C5DA-E6B5-20E2-5AB3E6449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079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46AB7-48F5-2DA0-1A71-0041788F9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D0B4C-0594-A543-C45E-EF22C6FE4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Printed documents that correspond inside organization</a:t>
            </a:r>
          </a:p>
          <a:p>
            <a:r>
              <a:rPr lang="en-US" dirty="0"/>
              <a:t>Types: inquiry, response, policy/directive, status, and various report memos</a:t>
            </a:r>
          </a:p>
          <a:p>
            <a:r>
              <a:rPr lang="en-US" dirty="0"/>
              <a:t>Audience : receiver inside writer’s organization (internal)</a:t>
            </a:r>
          </a:p>
        </p:txBody>
      </p:sp>
    </p:spTree>
    <p:extLst>
      <p:ext uri="{BB962C8B-B14F-4D97-AF65-F5344CB8AC3E}">
        <p14:creationId xmlns:p14="http://schemas.microsoft.com/office/powerpoint/2010/main" val="1864480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13998-F017-2AAE-31A2-6B37714E9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Prewriting for Memos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92B66-3CF9-691F-3391-03056F3B1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Brief without overriding substance</a:t>
            </a:r>
          </a:p>
          <a:p>
            <a:r>
              <a:rPr lang="en-US" dirty="0"/>
              <a:t>Cover one topic only</a:t>
            </a:r>
          </a:p>
          <a:p>
            <a:r>
              <a:rPr lang="en-US" dirty="0"/>
              <a:t>Proof of actions</a:t>
            </a:r>
          </a:p>
        </p:txBody>
      </p:sp>
    </p:spTree>
    <p:extLst>
      <p:ext uri="{BB962C8B-B14F-4D97-AF65-F5344CB8AC3E}">
        <p14:creationId xmlns:p14="http://schemas.microsoft.com/office/powerpoint/2010/main" val="1218381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581ED-EDEA-8A00-35B9-48FACCDA0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Formatting for Memos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FAB93-586F-2E4B-56D6-3E10DB2F0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line : audience</a:t>
            </a:r>
          </a:p>
          <a:p>
            <a:r>
              <a:rPr lang="en-US" dirty="0"/>
              <a:t>FROM line : sender</a:t>
            </a:r>
          </a:p>
          <a:p>
            <a:r>
              <a:rPr lang="en-US" dirty="0"/>
              <a:t>DATE line : international / traditional</a:t>
            </a:r>
          </a:p>
          <a:p>
            <a:r>
              <a:rPr lang="en-US" dirty="0"/>
              <a:t>SUBJECT line :  one main idea (predict, distinguish, focus)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507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473C48A-1C57-E21A-E312-70D4F9F74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 of Memo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136B4D83-799F-2CC3-10B6-72B972D642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1049" y="3434477"/>
            <a:ext cx="5029902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435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4B020D4-C5FC-828C-7782-3B5D85C5D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Memo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3499AA2-3D21-537D-CF99-094215FBAC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6819" y="1825625"/>
            <a:ext cx="30983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154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92E3A-BC50-4CD3-5641-A559325F7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1AE37-7683-1026-5ADD-75767DFCD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Extension of organization in absence of writer</a:t>
            </a:r>
          </a:p>
          <a:p>
            <a:r>
              <a:rPr lang="en-US" dirty="0"/>
              <a:t>Styles: block style (all lines at the left margin), modified block style (date and closing centered)</a:t>
            </a:r>
          </a:p>
          <a:p>
            <a:r>
              <a:rPr lang="en-US" dirty="0"/>
              <a:t>Audience : readers outside organization</a:t>
            </a:r>
          </a:p>
        </p:txBody>
      </p:sp>
    </p:spTree>
    <p:extLst>
      <p:ext uri="{BB962C8B-B14F-4D97-AF65-F5344CB8AC3E}">
        <p14:creationId xmlns:p14="http://schemas.microsoft.com/office/powerpoint/2010/main" val="2612319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24D40-BDB2-A301-0550-4ADF995FA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183D7-163F-FBBB-62B5-46805BE00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Prewriting for Letters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AF5A9-9C5A-0710-6370-4F8709B4F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Formal</a:t>
            </a:r>
          </a:p>
          <a:p>
            <a:r>
              <a:rPr lang="en-US" dirty="0"/>
              <a:t>History and background of organization</a:t>
            </a:r>
          </a:p>
          <a:p>
            <a:r>
              <a:rPr lang="en-US" dirty="0"/>
              <a:t>Insider language, jargon</a:t>
            </a:r>
          </a:p>
          <a:p>
            <a:r>
              <a:rPr lang="en-US" dirty="0"/>
              <a:t>Purpose of correspondence</a:t>
            </a:r>
          </a:p>
          <a:p>
            <a:r>
              <a:rPr lang="en-US" dirty="0"/>
              <a:t>Avoid:</a:t>
            </a:r>
          </a:p>
          <a:p>
            <a:pPr lvl="1"/>
            <a:r>
              <a:rPr lang="en-US" dirty="0"/>
              <a:t>Contractions</a:t>
            </a:r>
          </a:p>
          <a:p>
            <a:pPr lvl="1"/>
            <a:r>
              <a:rPr lang="en-US" dirty="0"/>
              <a:t>Cliches</a:t>
            </a:r>
          </a:p>
          <a:p>
            <a:pPr lvl="1"/>
            <a:r>
              <a:rPr lang="en-US" dirty="0"/>
              <a:t>Personal/emotional commentary</a:t>
            </a:r>
          </a:p>
          <a:p>
            <a:pPr lvl="1"/>
            <a:r>
              <a:rPr lang="en-US" dirty="0"/>
              <a:t>Conversational speech</a:t>
            </a:r>
          </a:p>
          <a:p>
            <a:pPr lvl="1"/>
            <a:r>
              <a:rPr lang="en-US" dirty="0"/>
              <a:t>Abbreviations</a:t>
            </a:r>
          </a:p>
        </p:txBody>
      </p:sp>
    </p:spTree>
    <p:extLst>
      <p:ext uri="{BB962C8B-B14F-4D97-AF65-F5344CB8AC3E}">
        <p14:creationId xmlns:p14="http://schemas.microsoft.com/office/powerpoint/2010/main" val="2585539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663AE-FECD-550C-E21D-0E287883E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DDA21-046B-30C6-BF66-DECEFD2FC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Formatting for Letters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F149F-D6C3-5805-352F-A70009AB2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Heading : return address of sender</a:t>
            </a:r>
          </a:p>
          <a:p>
            <a:r>
              <a:rPr lang="en-US" dirty="0"/>
              <a:t>Dateline : when date was written</a:t>
            </a:r>
          </a:p>
          <a:p>
            <a:r>
              <a:rPr lang="en-US" dirty="0"/>
              <a:t>Inside address : address of receiver</a:t>
            </a:r>
          </a:p>
          <a:p>
            <a:r>
              <a:rPr lang="en-US" dirty="0"/>
              <a:t>Salutation : name of receiver</a:t>
            </a:r>
          </a:p>
          <a:p>
            <a:r>
              <a:rPr lang="en-US" dirty="0"/>
              <a:t>Body : 2-5 paragraphs</a:t>
            </a:r>
          </a:p>
          <a:p>
            <a:r>
              <a:rPr lang="en-US" dirty="0"/>
              <a:t>Complimentary closing : friendly but businesslike ending</a:t>
            </a:r>
          </a:p>
          <a:p>
            <a:r>
              <a:rPr lang="en-US" dirty="0"/>
              <a:t>Signature : name and title with space for handwritten signature</a:t>
            </a:r>
          </a:p>
          <a:p>
            <a:r>
              <a:rPr lang="en-US" dirty="0"/>
              <a:t>Reference initials : people who dictated and keyed the letter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645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C9E55-D0FB-B6A7-6367-79F4A816D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F32910E-BBF4-BD60-4C9C-A74B8EB47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 of Letter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1C6AB6C-98CA-718D-A4BC-87DD9AC938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0384" y="1825625"/>
            <a:ext cx="359123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753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98380-674C-CE36-5638-2940DBE8B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BD86F6B-5AFD-501E-107A-ACC01B77D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Letter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A927D85-37B6-1B1A-DB8D-5360163D4F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3156" y="1825625"/>
            <a:ext cx="316568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043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49225-9B12-0D6D-8871-B0B2914FD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FD638-18EA-6EB1-28D5-328E6D716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57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248</Words>
  <Application>Microsoft Office PowerPoint</Application>
  <PresentationFormat>Widescreen</PresentationFormat>
  <Paragraphs>57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Brief Correspondence</vt:lpstr>
      <vt:lpstr>Introduction</vt:lpstr>
      <vt:lpstr>Audience</vt:lpstr>
      <vt:lpstr>Prewriting</vt:lpstr>
      <vt:lpstr>Formatting</vt:lpstr>
      <vt:lpstr>Composing the Message</vt:lpstr>
      <vt:lpstr>Text Messages</vt:lpstr>
      <vt:lpstr>E-mails</vt:lpstr>
      <vt:lpstr>Memos</vt:lpstr>
      <vt:lpstr>Prewriting for Memos</vt:lpstr>
      <vt:lpstr>Formatting for Memos</vt:lpstr>
      <vt:lpstr>Format of Memo</vt:lpstr>
      <vt:lpstr>Example of Memo</vt:lpstr>
      <vt:lpstr>Letters</vt:lpstr>
      <vt:lpstr>Prewriting for Letters</vt:lpstr>
      <vt:lpstr>Formatting for Letters</vt:lpstr>
      <vt:lpstr>Format of Letter</vt:lpstr>
      <vt:lpstr>Example of Letter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 Tuladhar</dc:creator>
  <cp:lastModifiedBy>Ayush Tuladhar</cp:lastModifiedBy>
  <cp:revision>1</cp:revision>
  <dcterms:created xsi:type="dcterms:W3CDTF">2026-07-21T18:15:09Z</dcterms:created>
  <dcterms:modified xsi:type="dcterms:W3CDTF">2026-07-21T18:53:03Z</dcterms:modified>
</cp:coreProperties>
</file>